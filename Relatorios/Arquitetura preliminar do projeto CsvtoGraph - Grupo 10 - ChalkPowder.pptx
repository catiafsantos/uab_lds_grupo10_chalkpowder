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99" r:id="rId4"/>
    <p:sldMasterId id="2147483738" r:id="rId5"/>
  </p:sldMasterIdLst>
  <p:notesMasterIdLst>
    <p:notesMasterId r:id="rId13"/>
  </p:notesMasterIdLst>
  <p:sldIdLst>
    <p:sldId id="262" r:id="rId6"/>
    <p:sldId id="256" r:id="rId7"/>
    <p:sldId id="257" r:id="rId8"/>
    <p:sldId id="259" r:id="rId9"/>
    <p:sldId id="260" r:id="rId10"/>
    <p:sldId id="261" r:id="rId11"/>
    <p:sldId id="258" r:id="rId1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5596"/>
    <a:srgbClr val="0A387D"/>
    <a:srgbClr val="2B2724"/>
    <a:srgbClr val="272623"/>
    <a:srgbClr val="138AC1"/>
    <a:srgbClr val="0000CC"/>
    <a:srgbClr val="5B6976"/>
    <a:srgbClr val="5B6977"/>
    <a:srgbClr val="5664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547CBE-7574-9117-99B1-3A8C0BA8446E}" v="363" dt="2025-03-19T21:24:16.289"/>
    <p1510:client id="{4BB46273-CCBB-6993-AF0F-8DE6DFF848E4}" v="73" dt="2025-03-21T19:13:38.926"/>
    <p1510:client id="{7CBB197A-8824-F055-AD92-0C88254FA5E4}" v="6" dt="2025-03-21T17:32:01.139"/>
    <p1510:client id="{C3996382-14BA-215A-AE9B-D7035ACF90A0}" v="9" dt="2025-03-21T17:39:21.1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átia Santos" userId="S::1702194@estudante.uab.pt::2a275172-5ea1-4824-9fe6-cfeed817e762" providerId="AD" clId="Web-{7CBB197A-8824-F055-AD92-0C88254FA5E4}"/>
    <pc:docChg chg="modSld">
      <pc:chgData name="Cátia Santos" userId="S::1702194@estudante.uab.pt::2a275172-5ea1-4824-9fe6-cfeed817e762" providerId="AD" clId="Web-{7CBB197A-8824-F055-AD92-0C88254FA5E4}" dt="2025-03-21T17:32:01.139" v="4"/>
      <pc:docMkLst>
        <pc:docMk/>
      </pc:docMkLst>
      <pc:sldChg chg="addSp delSp modSp">
        <pc:chgData name="Cátia Santos" userId="S::1702194@estudante.uab.pt::2a275172-5ea1-4824-9fe6-cfeed817e762" providerId="AD" clId="Web-{7CBB197A-8824-F055-AD92-0C88254FA5E4}" dt="2025-03-21T17:32:01.139" v="4"/>
        <pc:sldMkLst>
          <pc:docMk/>
          <pc:sldMk cId="0" sldId="256"/>
        </pc:sldMkLst>
        <pc:picChg chg="add del mod">
          <ac:chgData name="Cátia Santos" userId="S::1702194@estudante.uab.pt::2a275172-5ea1-4824-9fe6-cfeed817e762" providerId="AD" clId="Web-{7CBB197A-8824-F055-AD92-0C88254FA5E4}" dt="2025-03-21T17:32:01.139" v="4"/>
          <ac:picMkLst>
            <pc:docMk/>
            <pc:sldMk cId="0" sldId="256"/>
            <ac:picMk id="2" creationId="{FD235CB8-B263-72E7-3281-CDBEA1CF8E38}"/>
          </ac:picMkLst>
        </pc:picChg>
      </pc:sldChg>
    </pc:docChg>
  </pc:docChgLst>
  <pc:docChgLst>
    <pc:chgData name="Cátia Santos" userId="S::1702194@estudante.uab.pt::2a275172-5ea1-4824-9fe6-cfeed817e762" providerId="AD" clId="Web-{4BB46273-CCBB-6993-AF0F-8DE6DFF848E4}"/>
    <pc:docChg chg="modSld">
      <pc:chgData name="Cátia Santos" userId="S::1702194@estudante.uab.pt::2a275172-5ea1-4824-9fe6-cfeed817e762" providerId="AD" clId="Web-{4BB46273-CCBB-6993-AF0F-8DE6DFF848E4}" dt="2025-03-21T19:13:38.926" v="58" actId="1076"/>
      <pc:docMkLst>
        <pc:docMk/>
      </pc:docMkLst>
      <pc:sldChg chg="addSp delSp modSp">
        <pc:chgData name="Cátia Santos" userId="S::1702194@estudante.uab.pt::2a275172-5ea1-4824-9fe6-cfeed817e762" providerId="AD" clId="Web-{4BB46273-CCBB-6993-AF0F-8DE6DFF848E4}" dt="2025-03-21T19:13:38.926" v="58" actId="1076"/>
        <pc:sldMkLst>
          <pc:docMk/>
          <pc:sldMk cId="0" sldId="257"/>
        </pc:sldMkLst>
        <pc:spChg chg="add del mod">
          <ac:chgData name="Cátia Santos" userId="S::1702194@estudante.uab.pt::2a275172-5ea1-4824-9fe6-cfeed817e762" providerId="AD" clId="Web-{4BB46273-CCBB-6993-AF0F-8DE6DFF848E4}" dt="2025-03-21T19:13:25.331" v="51"/>
          <ac:spMkLst>
            <pc:docMk/>
            <pc:sldMk cId="0" sldId="257"/>
            <ac:spMk id="2" creationId="{37C2D2C2-6322-CAAA-6126-45EDCDCE4273}"/>
          </ac:spMkLst>
        </pc:spChg>
        <pc:spChg chg="add mod">
          <ac:chgData name="Cátia Santos" userId="S::1702194@estudante.uab.pt::2a275172-5ea1-4824-9fe6-cfeed817e762" providerId="AD" clId="Web-{4BB46273-CCBB-6993-AF0F-8DE6DFF848E4}" dt="2025-03-21T19:13:38.926" v="58" actId="1076"/>
          <ac:spMkLst>
            <pc:docMk/>
            <pc:sldMk cId="0" sldId="257"/>
            <ac:spMk id="3" creationId="{061F6D77-EA4C-90D9-F30D-87CC26DEA67F}"/>
          </ac:spMkLst>
        </pc:spChg>
        <pc:picChg chg="mod">
          <ac:chgData name="Cátia Santos" userId="S::1702194@estudante.uab.pt::2a275172-5ea1-4824-9fe6-cfeed817e762" providerId="AD" clId="Web-{4BB46273-CCBB-6993-AF0F-8DE6DFF848E4}" dt="2025-03-21T19:11:27.077" v="27" actId="1076"/>
          <ac:picMkLst>
            <pc:docMk/>
            <pc:sldMk cId="0" sldId="257"/>
            <ac:picMk id="5" creationId="{6E8C9595-6877-A3EE-9007-84B5DCD21FE7}"/>
          </ac:picMkLst>
        </pc:picChg>
      </pc:sldChg>
      <pc:sldChg chg="addSp delSp modSp">
        <pc:chgData name="Cátia Santos" userId="S::1702194@estudante.uab.pt::2a275172-5ea1-4824-9fe6-cfeed817e762" providerId="AD" clId="Web-{4BB46273-CCBB-6993-AF0F-8DE6DFF848E4}" dt="2025-03-21T18:39:36.930" v="8" actId="1076"/>
        <pc:sldMkLst>
          <pc:docMk/>
          <pc:sldMk cId="0" sldId="258"/>
        </pc:sldMkLst>
        <pc:picChg chg="add mod">
          <ac:chgData name="Cátia Santos" userId="S::1702194@estudante.uab.pt::2a275172-5ea1-4824-9fe6-cfeed817e762" providerId="AD" clId="Web-{4BB46273-CCBB-6993-AF0F-8DE6DFF848E4}" dt="2025-03-21T18:39:36.930" v="8" actId="1076"/>
          <ac:picMkLst>
            <pc:docMk/>
            <pc:sldMk cId="0" sldId="258"/>
            <ac:picMk id="2" creationId="{CCF26A91-B8B0-D4F3-E281-C22C19BEA6DE}"/>
          </ac:picMkLst>
        </pc:picChg>
        <pc:picChg chg="del">
          <ac:chgData name="Cátia Santos" userId="S::1702194@estudante.uab.pt::2a275172-5ea1-4824-9fe6-cfeed817e762" providerId="AD" clId="Web-{4BB46273-CCBB-6993-AF0F-8DE6DFF848E4}" dt="2025-03-21T18:39:05.913" v="0"/>
          <ac:picMkLst>
            <pc:docMk/>
            <pc:sldMk cId="0" sldId="258"/>
            <ac:picMk id="1030" creationId="{D28DDF3B-18FD-18CF-14F3-383008225F96}"/>
          </ac:picMkLst>
        </pc:picChg>
      </pc:sldChg>
      <pc:sldChg chg="addSp delSp modSp">
        <pc:chgData name="Cátia Santos" userId="S::1702194@estudante.uab.pt::2a275172-5ea1-4824-9fe6-cfeed817e762" providerId="AD" clId="Web-{4BB46273-CCBB-6993-AF0F-8DE6DFF848E4}" dt="2025-03-21T19:09:40.542" v="13" actId="1076"/>
        <pc:sldMkLst>
          <pc:docMk/>
          <pc:sldMk cId="3506528929" sldId="259"/>
        </pc:sldMkLst>
        <pc:picChg chg="add mod">
          <ac:chgData name="Cátia Santos" userId="S::1702194@estudante.uab.pt::2a275172-5ea1-4824-9fe6-cfeed817e762" providerId="AD" clId="Web-{4BB46273-CCBB-6993-AF0F-8DE6DFF848E4}" dt="2025-03-21T19:09:40.542" v="13" actId="1076"/>
          <ac:picMkLst>
            <pc:docMk/>
            <pc:sldMk cId="3506528929" sldId="259"/>
            <ac:picMk id="2" creationId="{7234F54A-D6CE-F7F7-A14B-2452F8AEFAA8}"/>
          </ac:picMkLst>
        </pc:picChg>
        <pc:picChg chg="del">
          <ac:chgData name="Cátia Santos" userId="S::1702194@estudante.uab.pt::2a275172-5ea1-4824-9fe6-cfeed817e762" providerId="AD" clId="Web-{4BB46273-CCBB-6993-AF0F-8DE6DFF848E4}" dt="2025-03-21T19:09:11.557" v="9"/>
          <ac:picMkLst>
            <pc:docMk/>
            <pc:sldMk cId="3506528929" sldId="259"/>
            <ac:picMk id="4" creationId="{71C1EBAC-298E-1AD2-E76B-8A94738F4977}"/>
          </ac:picMkLst>
        </pc:picChg>
      </pc:sldChg>
      <pc:sldChg chg="addSp delSp modSp">
        <pc:chgData name="Cátia Santos" userId="S::1702194@estudante.uab.pt::2a275172-5ea1-4824-9fe6-cfeed817e762" providerId="AD" clId="Web-{4BB46273-CCBB-6993-AF0F-8DE6DFF848E4}" dt="2025-03-21T19:10:41.435" v="20" actId="1076"/>
        <pc:sldMkLst>
          <pc:docMk/>
          <pc:sldMk cId="3697447299" sldId="260"/>
        </pc:sldMkLst>
        <pc:picChg chg="add mod">
          <ac:chgData name="Cátia Santos" userId="S::1702194@estudante.uab.pt::2a275172-5ea1-4824-9fe6-cfeed817e762" providerId="AD" clId="Web-{4BB46273-CCBB-6993-AF0F-8DE6DFF848E4}" dt="2025-03-21T19:10:41.435" v="20" actId="1076"/>
          <ac:picMkLst>
            <pc:docMk/>
            <pc:sldMk cId="3697447299" sldId="260"/>
            <ac:picMk id="2" creationId="{80EEDB25-D48F-E306-665C-82322D10ED7D}"/>
          </ac:picMkLst>
        </pc:picChg>
        <pc:picChg chg="del">
          <ac:chgData name="Cátia Santos" userId="S::1702194@estudante.uab.pt::2a275172-5ea1-4824-9fe6-cfeed817e762" providerId="AD" clId="Web-{4BB46273-CCBB-6993-AF0F-8DE6DFF848E4}" dt="2025-03-21T19:09:54.761" v="14"/>
          <ac:picMkLst>
            <pc:docMk/>
            <pc:sldMk cId="3697447299" sldId="260"/>
            <ac:picMk id="4" creationId="{1B9BFA8F-87BF-4214-E248-79CF14D8D44A}"/>
          </ac:picMkLst>
        </pc:picChg>
      </pc:sldChg>
      <pc:sldChg chg="addSp delSp modSp">
        <pc:chgData name="Cátia Santos" userId="S::1702194@estudante.uab.pt::2a275172-5ea1-4824-9fe6-cfeed817e762" providerId="AD" clId="Web-{4BB46273-CCBB-6993-AF0F-8DE6DFF848E4}" dt="2025-03-21T19:11:15.124" v="26" actId="1076"/>
        <pc:sldMkLst>
          <pc:docMk/>
          <pc:sldMk cId="3433262103" sldId="261"/>
        </pc:sldMkLst>
        <pc:picChg chg="add mod">
          <ac:chgData name="Cátia Santos" userId="S::1702194@estudante.uab.pt::2a275172-5ea1-4824-9fe6-cfeed817e762" providerId="AD" clId="Web-{4BB46273-CCBB-6993-AF0F-8DE6DFF848E4}" dt="2025-03-21T19:11:15.124" v="26" actId="1076"/>
          <ac:picMkLst>
            <pc:docMk/>
            <pc:sldMk cId="3433262103" sldId="261"/>
            <ac:picMk id="2" creationId="{EAE9322D-9D8A-9591-C503-3617F716EC84}"/>
          </ac:picMkLst>
        </pc:picChg>
        <pc:picChg chg="del">
          <ac:chgData name="Cátia Santos" userId="S::1702194@estudante.uab.pt::2a275172-5ea1-4824-9fe6-cfeed817e762" providerId="AD" clId="Web-{4BB46273-CCBB-6993-AF0F-8DE6DFF848E4}" dt="2025-03-21T19:10:43.826" v="21"/>
          <ac:picMkLst>
            <pc:docMk/>
            <pc:sldMk cId="3433262103" sldId="261"/>
            <ac:picMk id="4" creationId="{30A52B39-B379-9C63-5FEF-97F9AABEB4F7}"/>
          </ac:picMkLst>
        </pc:picChg>
      </pc:sldChg>
    </pc:docChg>
  </pc:docChgLst>
  <pc:docChgLst>
    <pc:chgData name="Cátia Santos" userId="S::1702194@estudante.uab.pt::2a275172-5ea1-4824-9fe6-cfeed817e762" providerId="AD" clId="Web-{C3996382-14BA-215A-AE9B-D7035ACF90A0}"/>
    <pc:docChg chg="modSld">
      <pc:chgData name="Cátia Santos" userId="S::1702194@estudante.uab.pt::2a275172-5ea1-4824-9fe6-cfeed817e762" providerId="AD" clId="Web-{C3996382-14BA-215A-AE9B-D7035ACF90A0}" dt="2025-03-21T17:39:21.186" v="7" actId="1076"/>
      <pc:docMkLst>
        <pc:docMk/>
      </pc:docMkLst>
      <pc:sldChg chg="addSp delSp modSp">
        <pc:chgData name="Cátia Santos" userId="S::1702194@estudante.uab.pt::2a275172-5ea1-4824-9fe6-cfeed817e762" providerId="AD" clId="Web-{C3996382-14BA-215A-AE9B-D7035ACF90A0}" dt="2025-03-21T17:39:05.638" v="4" actId="1076"/>
        <pc:sldMkLst>
          <pc:docMk/>
          <pc:sldMk cId="0" sldId="256"/>
        </pc:sldMkLst>
        <pc:picChg chg="del">
          <ac:chgData name="Cátia Santos" userId="S::1702194@estudante.uab.pt::2a275172-5ea1-4824-9fe6-cfeed817e762" providerId="AD" clId="Web-{C3996382-14BA-215A-AE9B-D7035ACF90A0}" dt="2025-03-21T17:30:34.541" v="0"/>
          <ac:picMkLst>
            <pc:docMk/>
            <pc:sldMk cId="0" sldId="256"/>
            <ac:picMk id="2" creationId="{7604E7FF-EBA6-7E97-D27B-3CD47CBDEADA}"/>
          </ac:picMkLst>
        </pc:picChg>
        <pc:picChg chg="add del mod">
          <ac:chgData name="Cátia Santos" userId="S::1702194@estudante.uab.pt::2a275172-5ea1-4824-9fe6-cfeed817e762" providerId="AD" clId="Web-{C3996382-14BA-215A-AE9B-D7035ACF90A0}" dt="2025-03-21T17:30:48.260" v="2"/>
          <ac:picMkLst>
            <pc:docMk/>
            <pc:sldMk cId="0" sldId="256"/>
            <ac:picMk id="3" creationId="{7790DA91-F914-FBD9-5511-925C2EC3A187}"/>
          </ac:picMkLst>
        </pc:picChg>
        <pc:picChg chg="add mod">
          <ac:chgData name="Cátia Santos" userId="S::1702194@estudante.uab.pt::2a275172-5ea1-4824-9fe6-cfeed817e762" providerId="AD" clId="Web-{C3996382-14BA-215A-AE9B-D7035ACF90A0}" dt="2025-03-21T17:39:05.638" v="4" actId="1076"/>
          <ac:picMkLst>
            <pc:docMk/>
            <pc:sldMk cId="0" sldId="256"/>
            <ac:picMk id="4" creationId="{2C2AA58C-2A2B-3D0B-10A7-9C3702DEA2A4}"/>
          </ac:picMkLst>
        </pc:picChg>
      </pc:sldChg>
      <pc:sldChg chg="modSp">
        <pc:chgData name="Cátia Santos" userId="S::1702194@estudante.uab.pt::2a275172-5ea1-4824-9fe6-cfeed817e762" providerId="AD" clId="Web-{C3996382-14BA-215A-AE9B-D7035ACF90A0}" dt="2025-03-21T17:39:21.186" v="7" actId="1076"/>
        <pc:sldMkLst>
          <pc:docMk/>
          <pc:sldMk cId="0" sldId="258"/>
        </pc:sldMkLst>
        <pc:picChg chg="mod">
          <ac:chgData name="Cátia Santos" userId="S::1702194@estudante.uab.pt::2a275172-5ea1-4824-9fe6-cfeed817e762" providerId="AD" clId="Web-{C3996382-14BA-215A-AE9B-D7035ACF90A0}" dt="2025-03-21T17:39:21.186" v="7" actId="1076"/>
          <ac:picMkLst>
            <pc:docMk/>
            <pc:sldMk cId="0" sldId="258"/>
            <ac:picMk id="1030" creationId="{D28DDF3B-18FD-18CF-14F3-383008225F9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7f3f58603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7f3f58603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7f3f586037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7f3f586037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86EC1A03-77F4-1394-94DC-B197F41C6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7f3f586037_0_6:notes">
            <a:extLst>
              <a:ext uri="{FF2B5EF4-FFF2-40B4-BE49-F238E27FC236}">
                <a16:creationId xmlns:a16="http://schemas.microsoft.com/office/drawing/2014/main" id="{105D953A-8628-9955-8D72-8ED6AB136D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7f3f586037_0_6:notes">
            <a:extLst>
              <a:ext uri="{FF2B5EF4-FFF2-40B4-BE49-F238E27FC236}">
                <a16:creationId xmlns:a16="http://schemas.microsoft.com/office/drawing/2014/main" id="{9138B1B6-25E6-BEE9-55C7-FF9680D2F7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50479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AD468E30-4B74-10DD-57F3-7A2545562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7f3f586037_0_6:notes">
            <a:extLst>
              <a:ext uri="{FF2B5EF4-FFF2-40B4-BE49-F238E27FC236}">
                <a16:creationId xmlns:a16="http://schemas.microsoft.com/office/drawing/2014/main" id="{8D8E20FE-74CE-844D-EAEC-31FEAA9B8E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7f3f586037_0_6:notes">
            <a:extLst>
              <a:ext uri="{FF2B5EF4-FFF2-40B4-BE49-F238E27FC236}">
                <a16:creationId xmlns:a16="http://schemas.microsoft.com/office/drawing/2014/main" id="{67E1E08C-180E-2DF3-09D7-7AFF03F02B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54099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D83526D3-1870-03B5-0AA4-00ABCC75F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7f3f586037_0_6:notes">
            <a:extLst>
              <a:ext uri="{FF2B5EF4-FFF2-40B4-BE49-F238E27FC236}">
                <a16:creationId xmlns:a16="http://schemas.microsoft.com/office/drawing/2014/main" id="{208E96B0-781F-3196-E1EA-7FD6600029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7f3f586037_0_6:notes">
            <a:extLst>
              <a:ext uri="{FF2B5EF4-FFF2-40B4-BE49-F238E27FC236}">
                <a16:creationId xmlns:a16="http://schemas.microsoft.com/office/drawing/2014/main" id="{E1415C5E-E2FF-1ABC-748F-6BCE40D3BB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61676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7f3f586037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7f3f586037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4BAA36-29A9-8D7B-3016-18161F7DA8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E43C30C-4EE8-F1AD-8C65-CA719C859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36D4A6E7-A95B-1102-8432-435D1F480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F2FF4AD-60FD-B461-CD0F-2AAF37F0A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A52BE16E-9FD6-4F65-8FC5-95820CCB4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440119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58EB8A-1CBF-8898-3C4D-59DBFE49A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23B2192-1207-9359-1A52-6F8B76CF3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5E66C280-A037-F4B2-13B1-6FFA1B40D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FD0C754D-2F1B-6C90-3574-05BD179ED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82C1028F-CDCB-4502-6AF8-AADCBB69C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936611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76F898-5A6C-8A91-E574-B7D8A790E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14BC21B2-CF88-D78B-07AB-999D3B3C8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E9CEA5E-F1B4-40CE-D8E4-D037B4CF6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0C9510DB-9C14-F871-FA23-1D2D7A113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B855FC36-8E5F-35DF-73B4-196699709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201158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A4F7AA-8E96-970E-FA4E-85FD55796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073EA30-CC53-AF78-0A45-120F13150F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DB0EC6CE-56B2-8256-08ED-FFA1C07B54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597F7A15-E104-6C01-4D59-511366AFB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EE926A8A-7042-A8E3-1343-89C2404F2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2E69455B-BA34-06DF-3C78-33385FE13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48000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61812E-2DD8-6FB6-261D-0CB09039D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E4E20123-F0D3-76D0-E29A-163433F72B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522ACC96-F736-2402-AD6C-BFA9FA2427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69D4E308-0108-6AA0-F283-B744E0F005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C50C4025-4BD2-E499-F42A-55D34ACC87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92758143-C3AA-58F3-9A8E-0B3733758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24A6634B-A19D-5E33-BFC8-07DA7E55B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759FAC0F-8849-0E73-B794-2FE08650D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637070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5F9E61-9839-2901-464C-68FA5A199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C4690198-AA36-CAF4-F241-BD5EBF9AF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8965602C-47DF-EEC5-D1B3-BD68D5CCE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D7C7E74C-5A7C-0D3A-8E70-F008D3765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892641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5B644500-3D9B-B325-0E74-131528159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4033A8D6-65E5-A61C-B7A2-C4E00F359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1DDF8899-22B0-30FA-1A69-C6190F126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95926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DF8410-5CE2-CC96-0C99-2D3F0620E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CD19F6D-C51A-7FDD-A078-DA9D785B36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9B6CA72D-DF39-5D32-7480-A6E99617FB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610F299C-95F9-A601-9528-A6E44A263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0B2B513B-F41B-C739-B11B-868E43AFE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C4A39BCB-5D8C-6DA5-7043-911728874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012265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7B3914-B3C1-D9BA-68D3-C8DA79C72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56046BA3-CE4E-FEBC-2BDC-58B21841C6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C59FD60C-236C-9347-F13A-3D6AD3B5A0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CAE57A8B-FA93-61A0-662B-A9CAA8BAE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DC516826-4B0E-ADB0-8518-42F233DD5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364BD180-BD20-3E7A-DBD8-7E185DA28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011462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D3B5D6-9CC9-BBFC-0490-592F8A278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F989BD35-7C09-2E72-EAB3-35E67D17D6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4A774BDA-87FD-51E8-C3BD-F13FEA5C8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5F96185F-945F-0920-90D4-72D1BCFA7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FAABCDA7-58EE-A4F0-C8AA-481D5CE95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553082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71056DB-70F0-DFF0-FB04-D69D911581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AE29C773-8C0F-5398-9DA5-2B585160F8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2354E899-2443-C469-064D-CB4D32173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8E5CDA7-9EAE-CBCF-6CFE-EA43954F1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ABE4DAD-7F71-B2E8-8C39-89F271402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163240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85077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173355" y="182881"/>
            <a:ext cx="8793480" cy="4783454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2485" y="661782"/>
            <a:ext cx="7475220" cy="219456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5400" b="1" cap="all" baseline="0">
                <a:solidFill>
                  <a:srgbClr val="FFFFFF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2148" y="2902226"/>
            <a:ext cx="6575895" cy="1041124"/>
          </a:xfrm>
        </p:spPr>
        <p:txBody>
          <a:bodyPr>
            <a:normAutofit/>
          </a:bodyPr>
          <a:lstStyle>
            <a:lvl1pPr marL="0" indent="0" algn="ctr">
              <a:buNone/>
              <a:defRPr sz="1650">
                <a:solidFill>
                  <a:srgbClr val="FFFFFF"/>
                </a:solidFill>
              </a:defRPr>
            </a:lvl1pPr>
            <a:lvl2pPr marL="342900" indent="0" algn="ctr">
              <a:buNone/>
              <a:defRPr sz="1650"/>
            </a:lvl2pPr>
            <a:lvl3pPr marL="685800" indent="0" algn="ctr">
              <a:buNone/>
              <a:defRPr sz="165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pt-PT"/>
              <a:t>Clique para editar o estilo de subtítulo do Modelo Global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6DFF08F-DC6B-4601-B491-B0F83F6DD2DA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  <p:cxnSp>
        <p:nvCxnSpPr>
          <p:cNvPr id="8" name="Straight Connector 7"/>
          <p:cNvCxnSpPr/>
          <p:nvPr/>
        </p:nvCxnSpPr>
        <p:spPr>
          <a:xfrm>
            <a:off x="1483995" y="2800350"/>
            <a:ext cx="61722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757197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266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818" y="880181"/>
            <a:ext cx="7475220" cy="219456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5400" b="0" cap="all" baseline="0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2446" y="3115890"/>
            <a:ext cx="6576822" cy="1022855"/>
          </a:xfrm>
        </p:spPr>
        <p:txBody>
          <a:bodyPr anchor="t">
            <a:normAutofit/>
          </a:bodyPr>
          <a:lstStyle>
            <a:lvl1pPr marL="0" indent="0" algn="ctr">
              <a:buNone/>
              <a:defRPr sz="1650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  <p:cxnSp>
        <p:nvCxnSpPr>
          <p:cNvPr id="7" name="Straight Connector 6"/>
          <p:cNvCxnSpPr/>
          <p:nvPr/>
        </p:nvCxnSpPr>
        <p:spPr>
          <a:xfrm>
            <a:off x="1485900" y="3015306"/>
            <a:ext cx="61722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346016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7250" y="1543049"/>
            <a:ext cx="3566160" cy="301752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709" y="1543050"/>
            <a:ext cx="3566160" cy="301752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6500099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0" y="1501133"/>
            <a:ext cx="3566160" cy="58293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7250" y="2041112"/>
            <a:ext cx="3566160" cy="25374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1880" y="1499274"/>
            <a:ext cx="3566160" cy="58293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1880" y="2039492"/>
            <a:ext cx="3566160" cy="25374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293467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4552435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1540552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822960"/>
            <a:ext cx="2948940" cy="130302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9119" y="822960"/>
            <a:ext cx="3909060" cy="349758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125980"/>
            <a:ext cx="2948940" cy="22631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327187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822960"/>
            <a:ext cx="2948940" cy="130302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59936" y="802385"/>
            <a:ext cx="4574286" cy="360045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PT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125980"/>
            <a:ext cx="2948940" cy="216027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44564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4251235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71500"/>
            <a:ext cx="1743075" cy="4057650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7250" y="571500"/>
            <a:ext cx="5572125" cy="4057650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453210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57722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263E2BEE-83CF-0CDD-DE1D-1E5AFD8C9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535B72CD-F44E-F023-31E6-89650214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910D125-B89E-35E1-8CAB-2DCF80D9DF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FF08F-DC6B-4601-B491-B0F83F6DD2DA}" type="datetimeFigureOut">
              <a:rPr lang="en-US" smtClean="0"/>
              <a:pPr/>
              <a:t>3/21/2025</a:t>
            </a:fld>
            <a:endParaRPr lang="en-US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BF15998F-7AF7-08CB-7FFB-DD3ED4BE46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0539276B-C49A-A683-CA5D-7878A00A8B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6535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173355" y="182881"/>
            <a:ext cx="8793480" cy="478345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7250" y="457200"/>
            <a:ext cx="7406640" cy="10172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1" y="1543050"/>
            <a:ext cx="7404653" cy="3028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7247" y="4667871"/>
            <a:ext cx="174680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accent1"/>
                </a:solidFill>
              </a:defRPr>
            </a:lvl1pPr>
          </a:lstStyle>
          <a:p>
            <a:fld id="{96DFF08F-DC6B-4601-B491-B0F83F6DD2DA}" type="datetimeFigureOut">
              <a:rPr lang="en-US" smtClean="0"/>
              <a:pPr/>
              <a:t>3/21/2025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61861" y="4667871"/>
            <a:ext cx="353833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7148" y="4667871"/>
            <a:ext cx="127966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1510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37160" algn="l" defTabSz="685800" rtl="0" eaLnBrk="1" latinLnBrk="0" hangingPunct="1">
        <a:lnSpc>
          <a:spcPct val="90000"/>
        </a:lnSpc>
        <a:spcBef>
          <a:spcPts val="1050"/>
        </a:spcBef>
        <a:buClr>
          <a:schemeClr val="accent1"/>
        </a:buClr>
        <a:buSzPct val="80000"/>
        <a:buFont typeface="Corbel" pitchFamily="34" charset="0"/>
        <a:buChar char="•"/>
        <a:defRPr sz="165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5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350" kern="1200">
          <a:solidFill>
            <a:schemeClr val="accent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96012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2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elearning.uab.pt/mod/forum/discuss.php?d=1247385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5E5BB9-BDE5-9E08-31F8-C7873ADC4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06699"/>
            <a:ext cx="8520600" cy="841800"/>
          </a:xfrm>
        </p:spPr>
        <p:txBody>
          <a:bodyPr/>
          <a:lstStyle/>
          <a:p>
            <a:r>
              <a:rPr lang="pt-PT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Laboratório de Desenvolvimento de Software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0C0EC4C-04EF-6F9C-8E48-A725EFA47577}"/>
              </a:ext>
            </a:extLst>
          </p:cNvPr>
          <p:cNvSpPr txBox="1"/>
          <p:nvPr/>
        </p:nvSpPr>
        <p:spPr>
          <a:xfrm>
            <a:off x="981783" y="1478398"/>
            <a:ext cx="7180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>
                <a:solidFill>
                  <a:srgbClr val="105596"/>
                </a:solidFill>
              </a:rPr>
              <a:t>Equipa 10 – APP de conversão de ficheiro .</a:t>
            </a:r>
            <a:r>
              <a:rPr lang="pt-PT" sz="1600" err="1">
                <a:solidFill>
                  <a:srgbClr val="105596"/>
                </a:solidFill>
              </a:rPr>
              <a:t>csv</a:t>
            </a:r>
            <a:r>
              <a:rPr lang="pt-PT" sz="1600">
                <a:solidFill>
                  <a:srgbClr val="105596"/>
                </a:solidFill>
              </a:rPr>
              <a:t> para gráfico utilizando a API </a:t>
            </a:r>
            <a:r>
              <a:rPr lang="pt-PT" sz="1600" err="1">
                <a:solidFill>
                  <a:srgbClr val="105596"/>
                </a:solidFill>
              </a:rPr>
              <a:t>Seaborn</a:t>
            </a:r>
            <a:endParaRPr lang="pt-PT" sz="1600">
              <a:solidFill>
                <a:srgbClr val="105596"/>
              </a:solidFill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528524F9-C9FC-46A5-F427-A0A1E8253056}"/>
              </a:ext>
            </a:extLst>
          </p:cNvPr>
          <p:cNvSpPr txBox="1"/>
          <p:nvPr/>
        </p:nvSpPr>
        <p:spPr>
          <a:xfrm>
            <a:off x="4215023" y="2261914"/>
            <a:ext cx="3536866" cy="1900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PT" sz="1600" b="1" u="sng">
                <a:solidFill>
                  <a:srgbClr val="105596"/>
                </a:solidFill>
              </a:rPr>
              <a:t>Team Leader</a:t>
            </a:r>
            <a:r>
              <a:rPr lang="pt-PT" sz="1600" b="1">
                <a:solidFill>
                  <a:srgbClr val="105596"/>
                </a:solidFill>
              </a:rPr>
              <a:t> – </a:t>
            </a:r>
            <a:r>
              <a:rPr lang="pt-PT" sz="1600">
                <a:solidFill>
                  <a:srgbClr val="105596"/>
                </a:solidFill>
              </a:rPr>
              <a:t>Cátia Santos - 1702194</a:t>
            </a:r>
          </a:p>
          <a:p>
            <a:pPr>
              <a:lnSpc>
                <a:spcPct val="150000"/>
              </a:lnSpc>
            </a:pPr>
            <a:r>
              <a:rPr lang="pt-PT" sz="1600" b="1" u="sng" err="1">
                <a:solidFill>
                  <a:srgbClr val="105596"/>
                </a:solidFill>
              </a:rPr>
              <a:t>Developer</a:t>
            </a:r>
            <a:r>
              <a:rPr lang="pt-PT" sz="1600" b="1">
                <a:solidFill>
                  <a:srgbClr val="105596"/>
                </a:solidFill>
              </a:rPr>
              <a:t> – </a:t>
            </a:r>
            <a:r>
              <a:rPr lang="pt-PT" sz="1600">
                <a:solidFill>
                  <a:srgbClr val="105596"/>
                </a:solidFill>
              </a:rPr>
              <a:t>Andreia Romão - 1702430</a:t>
            </a:r>
          </a:p>
          <a:p>
            <a:pPr>
              <a:lnSpc>
                <a:spcPct val="150000"/>
              </a:lnSpc>
            </a:pPr>
            <a:r>
              <a:rPr lang="pt-PT" sz="1600" b="1" u="sng" err="1">
                <a:solidFill>
                  <a:srgbClr val="105596"/>
                </a:solidFill>
              </a:rPr>
              <a:t>Developer</a:t>
            </a:r>
            <a:r>
              <a:rPr lang="pt-PT" sz="1600" b="1">
                <a:solidFill>
                  <a:srgbClr val="105596"/>
                </a:solidFill>
              </a:rPr>
              <a:t> – </a:t>
            </a:r>
            <a:r>
              <a:rPr lang="pt-PT" sz="1600">
                <a:solidFill>
                  <a:srgbClr val="105596"/>
                </a:solidFill>
              </a:rPr>
              <a:t>Mariana Barrote - 2200640</a:t>
            </a:r>
          </a:p>
          <a:p>
            <a:pPr>
              <a:lnSpc>
                <a:spcPct val="150000"/>
              </a:lnSpc>
            </a:pPr>
            <a:r>
              <a:rPr lang="pt-PT" sz="1600" b="1" u="sng" err="1">
                <a:solidFill>
                  <a:srgbClr val="105596"/>
                </a:solidFill>
              </a:rPr>
              <a:t>Developer</a:t>
            </a:r>
            <a:r>
              <a:rPr lang="pt-PT" sz="1600" b="1">
                <a:solidFill>
                  <a:srgbClr val="105596"/>
                </a:solidFill>
              </a:rPr>
              <a:t> – </a:t>
            </a:r>
            <a:r>
              <a:rPr lang="pt-PT" sz="1600">
                <a:solidFill>
                  <a:srgbClr val="105596"/>
                </a:solidFill>
              </a:rPr>
              <a:t>Miguel Lopes - 1900798</a:t>
            </a:r>
          </a:p>
          <a:p>
            <a:pPr>
              <a:lnSpc>
                <a:spcPct val="150000"/>
              </a:lnSpc>
            </a:pPr>
            <a:r>
              <a:rPr lang="pt-PT" sz="1600" b="1" u="sng" err="1">
                <a:solidFill>
                  <a:srgbClr val="105596"/>
                </a:solidFill>
              </a:rPr>
              <a:t>Tester</a:t>
            </a:r>
            <a:r>
              <a:rPr lang="pt-PT" sz="1600" b="1">
                <a:solidFill>
                  <a:srgbClr val="105596"/>
                </a:solidFill>
              </a:rPr>
              <a:t> – </a:t>
            </a:r>
            <a:r>
              <a:rPr lang="pt-PT" sz="1600">
                <a:solidFill>
                  <a:srgbClr val="105596"/>
                </a:solidFill>
              </a:rPr>
              <a:t>Júlio Martins - 1900881</a:t>
            </a:r>
            <a:endParaRPr lang="pt-PT" sz="1600" b="1" u="sng">
              <a:solidFill>
                <a:srgbClr val="105596"/>
              </a:solidFill>
            </a:endParaRPr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299E111C-F6FA-C3C6-1691-C4E2D5AF0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783" y="2046851"/>
            <a:ext cx="2973913" cy="2330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855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title"/>
          </p:nvPr>
        </p:nvSpPr>
        <p:spPr>
          <a:xfrm>
            <a:off x="311700" y="306402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Relatório arquitetónico preliminar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 i="1"/>
              <a:t>Inputs</a:t>
            </a:r>
            <a:r>
              <a:rPr lang="pt-BR" sz="2400"/>
              <a:t> e </a:t>
            </a:r>
            <a:r>
              <a:rPr lang="pt-BR" sz="2400" i="1"/>
              <a:t>outputs</a:t>
            </a:r>
            <a:r>
              <a:rPr lang="pt-BR" sz="2400"/>
              <a:t> preconizados</a:t>
            </a:r>
            <a:endParaRPr/>
          </a:p>
        </p:txBody>
      </p:sp>
      <p:pic>
        <p:nvPicPr>
          <p:cNvPr id="4" name="Imagem 3" descr="Uma imagem com texto, captura de ecrã, número, Tipo de letra&#10;&#10;Os conteúdos gerados pela IA podem estar incorretos.">
            <a:extLst>
              <a:ext uri="{FF2B5EF4-FFF2-40B4-BE49-F238E27FC236}">
                <a16:creationId xmlns:a16="http://schemas.microsoft.com/office/drawing/2014/main" id="{2C2AA58C-2A2B-3D0B-10A7-9C3702DEA2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4166"/>
            <a:ext cx="9144000" cy="3543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306402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Relatório arquitetónico preliminar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/>
              <a:t>Diagrama de sequência entre componentes</a:t>
            </a:r>
            <a:endParaRPr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DE56454-4EDB-3424-CB90-E676C51DC6DD}"/>
              </a:ext>
            </a:extLst>
          </p:cNvPr>
          <p:cNvSpPr txBox="1"/>
          <p:nvPr/>
        </p:nvSpPr>
        <p:spPr>
          <a:xfrm>
            <a:off x="311700" y="1148202"/>
            <a:ext cx="8632134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/>
              <a:t>Por motivos de espaço o diagrama de sequência está dividido em quatro momentos distintos, aconselha-se a visualização do fluxo inteiro nos ficheiros disponibilizados em .</a:t>
            </a:r>
            <a:r>
              <a:rPr lang="pt-PT" err="1"/>
              <a:t>pdf</a:t>
            </a:r>
            <a:r>
              <a:rPr lang="pt-PT"/>
              <a:t> ou .</a:t>
            </a:r>
            <a:r>
              <a:rPr lang="pt-PT" err="1"/>
              <a:t>png</a:t>
            </a:r>
            <a:endParaRPr lang="pt-PT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E8C9595-6877-A3EE-9007-84B5DCD21F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5" r="-1"/>
          <a:stretch/>
        </p:blipFill>
        <p:spPr>
          <a:xfrm>
            <a:off x="979262" y="2191897"/>
            <a:ext cx="7185475" cy="2038078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061F6D77-EA4C-90D9-F30D-87CC26DEA67F}"/>
              </a:ext>
            </a:extLst>
          </p:cNvPr>
          <p:cNvSpPr txBox="1"/>
          <p:nvPr/>
        </p:nvSpPr>
        <p:spPr>
          <a:xfrm>
            <a:off x="311743" y="4558528"/>
            <a:ext cx="5410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>
                <a:ea typeface="Calibri"/>
                <a:cs typeface="Calibri"/>
              </a:rPr>
              <a:t>Fonte: </a:t>
            </a:r>
            <a:r>
              <a:rPr lang="pt-PT" sz="1200" dirty="0">
                <a:ea typeface="+mn-lt"/>
                <a:cs typeface="+mn-lt"/>
                <a:hlinkClick r:id="rId4"/>
              </a:rPr>
              <a:t>https://elearning.uab.pt/mod/forum/discuss.php?d=1247385</a:t>
            </a:r>
            <a:endParaRPr lang="pt-PT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747F43D5-6AE2-E154-CDB1-91D0D651B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67D57383-EE4B-3A5B-9B75-B84562371D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06402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Relatório arquitetónico preliminar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/>
              <a:t>Diagrama de sequência entre componentes</a:t>
            </a:r>
            <a:endParaRPr/>
          </a:p>
        </p:txBody>
      </p:sp>
      <p:pic>
        <p:nvPicPr>
          <p:cNvPr id="2" name="Imagem 1" descr="Uma imagem com texto, captura de ecrã, Tipo de letra, número&#10;&#10;Os conteúdos gerados pela IA podem estar incorretos.">
            <a:extLst>
              <a:ext uri="{FF2B5EF4-FFF2-40B4-BE49-F238E27FC236}">
                <a16:creationId xmlns:a16="http://schemas.microsoft.com/office/drawing/2014/main" id="{7234F54A-D6CE-F7F7-A14B-2452F8AEFA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295" y="1125505"/>
            <a:ext cx="6047074" cy="4017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528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7B6B7BF5-EBCC-2A3A-787B-DFF850399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D70A6D3A-4010-79B4-8BD4-6DBBF25385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06402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Relatório arquitetónico preliminar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/>
              <a:t>Diagrama de sequência entre componentes</a:t>
            </a:r>
            <a:endParaRPr/>
          </a:p>
        </p:txBody>
      </p:sp>
      <p:pic>
        <p:nvPicPr>
          <p:cNvPr id="2" name="Imagem 1" descr="Uma imagem com texto, captura de ecrã, Tipo de letra, número&#10;&#10;Os conteúdos gerados pela IA podem estar incorretos.">
            <a:extLst>
              <a:ext uri="{FF2B5EF4-FFF2-40B4-BE49-F238E27FC236}">
                <a16:creationId xmlns:a16="http://schemas.microsoft.com/office/drawing/2014/main" id="{80EEDB25-D48F-E306-665C-82322D10E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699" y="1287608"/>
            <a:ext cx="8222603" cy="3018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447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98EC1242-A6DC-7BDC-4252-14B0FD6CE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082F0162-3AC1-C4F1-86FE-89BCE01651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06402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Relatório arquitetónico preliminar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/>
              <a:t>Diagrama de sequência entre componentes</a:t>
            </a:r>
            <a:endParaRPr/>
          </a:p>
        </p:txBody>
      </p:sp>
      <p:pic>
        <p:nvPicPr>
          <p:cNvPr id="2" name="Imagem 1" descr="Uma imagem com texto, captura de ecrã, file, Tipo de letra&#10;&#10;Os conteúdos gerados pela IA podem estar incorretos.">
            <a:extLst>
              <a:ext uri="{FF2B5EF4-FFF2-40B4-BE49-F238E27FC236}">
                <a16:creationId xmlns:a16="http://schemas.microsoft.com/office/drawing/2014/main" id="{EAE9322D-9D8A-9591-C503-3617F716EC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391" y="1284550"/>
            <a:ext cx="8415047" cy="2842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262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77650"/>
            <a:ext cx="8520600" cy="10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3600"/>
              <a:t>Relatório arquitetónico preliminar</a:t>
            </a:r>
            <a:endParaRPr sz="36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/>
              <a:t>Diagrama de componentes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Imagem 1" descr="Uma imagem com texto, captura de ecrã, diagrama, Tipo de letra&#10;&#10;Os conteúdos gerados pela IA podem estar incorretos.">
            <a:extLst>
              <a:ext uri="{FF2B5EF4-FFF2-40B4-BE49-F238E27FC236}">
                <a16:creationId xmlns:a16="http://schemas.microsoft.com/office/drawing/2014/main" id="{CCF26A91-B8B0-D4F3-E281-C22C19BEA6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32" y="974583"/>
            <a:ext cx="7551963" cy="41664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ase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Base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e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D9D01AC2-EE7D-4E49-99EE-8E62E4E7E8A7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A6933C119B15745807C70752C7F47A1" ma:contentTypeVersion="11" ma:contentTypeDescription="Create a new document." ma:contentTypeScope="" ma:versionID="a341445cbfa660333f3409679149a589">
  <xsd:schema xmlns:xsd="http://www.w3.org/2001/XMLSchema" xmlns:xs="http://www.w3.org/2001/XMLSchema" xmlns:p="http://schemas.microsoft.com/office/2006/metadata/properties" xmlns:ns2="d610f209-a60c-4d31-8b56-da5462bdff8b" xmlns:ns3="64849f2d-4ad7-4e82-8ec6-251c8fa3855a" targetNamespace="http://schemas.microsoft.com/office/2006/metadata/properties" ma:root="true" ma:fieldsID="433f6865825fb05f61886e5b45ed4e65" ns2:_="" ns3:_="">
    <xsd:import namespace="d610f209-a60c-4d31-8b56-da5462bdff8b"/>
    <xsd:import namespace="64849f2d-4ad7-4e82-8ec6-251c8fa3855a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10f209-a60c-4d31-8b56-da5462bdff8b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e8b24f13-02f2-4f08-bbac-539b383a6b0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849f2d-4ad7-4e82-8ec6-251c8fa3855a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0522ee25-66cd-40c2-b1c4-0dca126f7228}" ma:internalName="TaxCatchAll" ma:showField="CatchAllData" ma:web="64849f2d-4ad7-4e82-8ec6-251c8fa385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4849f2d-4ad7-4e82-8ec6-251c8fa3855a" xsi:nil="true"/>
    <lcf76f155ced4ddcb4097134ff3c332f xmlns="d610f209-a60c-4d31-8b56-da5462bdff8b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3D19045-3DDB-4C5F-B072-EFA8BF3418C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610f209-a60c-4d31-8b56-da5462bdff8b"/>
    <ds:schemaRef ds:uri="64849f2d-4ad7-4e82-8ec6-251c8fa3855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7C727E2-D082-47E0-BF50-4821CE587287}">
  <ds:schemaRefs>
    <ds:schemaRef ds:uri="64849f2d-4ad7-4e82-8ec6-251c8fa3855a"/>
    <ds:schemaRef ds:uri="d610f209-a60c-4d31-8b56-da5462bdff8b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A2972BD8-BC8A-482C-BED7-E3FCD7C76AB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TM03457444[[fn=Base]]</Template>
  <Application>Microsoft Office PowerPoint</Application>
  <PresentationFormat>Apresentação no Ecrã (16:9)</PresentationFormat>
  <Slides>7</Slides>
  <Notes>6</Notes>
  <HiddenSlides>0</HiddenSlides>
  <ScaleCrop>false</ScaleCrop>
  <HeadingPairs>
    <vt:vector size="4" baseType="variant">
      <vt:variant>
        <vt:lpstr>Tema</vt:lpstr>
      </vt:variant>
      <vt:variant>
        <vt:i4>2</vt:i4>
      </vt:variant>
      <vt:variant>
        <vt:lpstr>Títulos dos diapositivos</vt:lpstr>
      </vt:variant>
      <vt:variant>
        <vt:i4>7</vt:i4>
      </vt:variant>
    </vt:vector>
  </HeadingPairs>
  <TitlesOfParts>
    <vt:vector size="9" baseType="lpstr">
      <vt:lpstr>Tema do Office</vt:lpstr>
      <vt:lpstr>Base</vt:lpstr>
      <vt:lpstr>Laboratório de Desenvolvimento de Software</vt:lpstr>
      <vt:lpstr>Relatório arquitetónico preliminar Inputs e outputs preconizados</vt:lpstr>
      <vt:lpstr>Relatório arquitetónico preliminar Diagrama de sequência entre componentes</vt:lpstr>
      <vt:lpstr>Relatório arquitetónico preliminar Diagrama de sequência entre componentes</vt:lpstr>
      <vt:lpstr>Relatório arquitetónico preliminar Diagrama de sequência entre componentes</vt:lpstr>
      <vt:lpstr>Relatório arquitetónico preliminar Diagrama de sequência entre componentes</vt:lpstr>
      <vt:lpstr>Relatório arquitetónico preliminar Diagrama de componentes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Relatório arquitetónico preliminar Inputs e outputs preconizados</dc:title>
  <dc:creator>Mariana Cavaco Barrote</dc:creator>
  <cp:revision>27</cp:revision>
  <dcterms:modified xsi:type="dcterms:W3CDTF">2025-03-21T19:13:46Z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0x0101005A6933C119B15745807C70752C7F47A1</vt:lpwstr>
  </property>
  <property fmtid="{D5CDD505-2E9C-101B-9397-08002B2CF9AE}" pid="3" name="MediaServiceImageTags">
    <vt:lpwstr/>
  </property>
</Properties>
</file>